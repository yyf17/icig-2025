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06" r:id="rId3"/>
    <p:sldId id="2614" r:id="rId5"/>
    <p:sldId id="2595" r:id="rId6"/>
    <p:sldId id="2795" r:id="rId7"/>
    <p:sldId id="2687" r:id="rId8"/>
    <p:sldId id="2621" r:id="rId9"/>
    <p:sldId id="2801" r:id="rId10"/>
    <p:sldId id="2688" r:id="rId11"/>
    <p:sldId id="2740" r:id="rId12"/>
    <p:sldId id="2796" r:id="rId13"/>
    <p:sldId id="2803" r:id="rId14"/>
    <p:sldId id="2802" r:id="rId15"/>
    <p:sldId id="2697" r:id="rId16"/>
    <p:sldId id="2804" r:id="rId17"/>
    <p:sldId id="2805" r:id="rId18"/>
    <p:sldId id="2799" r:id="rId19"/>
    <p:sldId id="2806" r:id="rId20"/>
    <p:sldId id="2819" r:id="rId21"/>
    <p:sldId id="2705" r:id="rId22"/>
    <p:sldId id="2706" r:id="rId23"/>
    <p:sldId id="2783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4472C4"/>
    <a:srgbClr val="2F5597"/>
    <a:srgbClr val="FFFFFF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2950" autoAdjust="0"/>
  </p:normalViewPr>
  <p:slideViewPr>
    <p:cSldViewPr snapToGrid="0" showGuides="1">
      <p:cViewPr varScale="1">
        <p:scale>
          <a:sx n="82" d="100"/>
          <a:sy n="82" d="100"/>
        </p:scale>
        <p:origin x="494" y="202"/>
      </p:cViewPr>
      <p:guideLst>
        <p:guide orient="horz" pos="1858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25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今天我汇报内容的是 用于视听学习的仿真平台：</a:t>
            </a:r>
            <a:r>
              <a:rPr kumimoji="1" lang="en-US" altLang="zh-CN" dirty="0"/>
              <a:t>SoundSpaces 2.0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3F3F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Semantic Audio-Visual Navigation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in Continuous Environments</a:t>
            </a:r>
            <a:endParaRPr lang="en-US" altLang="zh-CN" sz="3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03959" y="4745344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汇报人：杜昀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博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39490" y="3902075"/>
            <a:ext cx="5420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连续环境中的语义视听导航</a:t>
            </a:r>
            <a:endParaRPr lang="zh-CN" altLang="en-US" sz="2800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955" y="836207"/>
            <a:ext cx="1060741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过去相关工作存在的局限性：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0745" y="1773555"/>
            <a:ext cx="10608310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sz="22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是很多工作依赖预计算的房间脉冲响应（RIR），这会带来极大的存储开销；二是智能体通常只能在离散网格点上移动，不能真实地连续运动；三是目标声音往往默认持续存在，而现实中声音经常是短暂的、间歇的，甚至在智能体尚未到达目标前就已经停止。这样一来，智能体就会丢失目标信息，导致导航难度大幅上升。</a:t>
            </a:r>
            <a:endParaRPr sz="220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sz="22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因此，这篇论文的核心问题就是：如何在连续三维环境中，让智能体在目标声音短暂出现甚至完全消失后，仍然能依靠历史感知和自身运动信息，持续推断目标位置并完成导航。 为了解决这个问题，作者提出了新的任务设定 SAVN-CE 和新的模型 MAGNet。</a:t>
            </a:r>
            <a:endParaRPr sz="220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62305" y="1137285"/>
            <a:ext cx="11278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endParaRPr lang="en-US" altLang="zh-CN" sz="2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6140" y="1692275"/>
            <a:ext cx="1041400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t>这篇文章的创新主要体现在三个方面。</a:t>
            </a:r>
          </a:p>
          <a:p>
            <a:pPr indent="457200"/>
          </a:p>
          <a:p>
            <a:pPr indent="457200"/>
            <a:r>
              <a:t>第一，作者提出了一个新的任务：SAVN-CE（Semantic Audio-Visual Navigation in Continuous Environments）。它把原来离散网格中的语义音视频导航扩展到了连续环境中，使智能体能够进行细粒度连续运动，并获得时间上和空间上都更连贯的音视频观测，这让任务更接近真实应用场景。</a:t>
            </a:r>
          </a:p>
          <a:p>
            <a:pPr indent="457200"/>
          </a:p>
          <a:p>
            <a:pPr indent="457200"/>
            <a:r>
              <a:t>第二，作者提出了新的模型 MAGNet。它不再只依赖当前时刻的声音，而是把历史上下文、自身运动信息和当前多模态观测结合起来，构建一个“带记忆的目标描述网络”。这样即使目标声音中断或停止，模型仍能继续维持对目标类别、方向和距离的估计。</a:t>
            </a:r>
          </a:p>
          <a:p>
            <a:pPr indent="457200"/>
          </a:p>
          <a:p>
            <a:pPr indent="457200"/>
            <a:r>
              <a:t>第三，作者在实验上系统验证了方法的有效性。论文不仅和多个基线方法做了比较，还分析了目标静音、干扰声、长距离导航等困难场景，并通过消融实验验证了“记忆机制”和“自运动信息”确实是性能提升的关键来源。最终，MAGNet 在成功率上相较已有方法取得了最高 12.1 个百分点的绝对提升。</a:t>
            </a: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9790" y="1216025"/>
            <a:ext cx="10786110" cy="41344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30350" y="5622925"/>
            <a:ext cx="8343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任务示意：目标先发声，随后静默；模型需依靠历史与自运动信息继续靠近目标。</a:t>
            </a:r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（一）</a:t>
            </a:r>
            <a:r>
              <a:rPr lang="en-US" altLang="zh-CN" sz="2800" b="1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任务定义与环境设置</a:t>
            </a:r>
            <a:endParaRPr lang="en-US" altLang="zh-CN" sz="2800" b="1" dirty="0" err="1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465" y="1610360"/>
            <a:ext cx="429641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论文提出的 SAVN-CE 要求智能体在连续三维室内环境中，依靠双耳音频、RGB-D 图像和自身位姿信息去寻找一个具有语义类别的发声目标。与过去不同的是，这里的目标声音并不是从头持续到尾，而是有随机开始时间和随机持续时长；同时环境里还可能存在干扰声源。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在具体实现上，作者基于 SoundSpaces 2.0 和 Matterport3D 构建环境。智能体的动作空间包括四个动作：前进 0.25 米、左转 15°、右转 15° 和停止。观测包括双耳音频波形、128×128 的 RGB-D 图像，以及相对于初始状态的位姿。数据集规模为训练 50 万条、验证 500 条、测试 1000 条，目标包含 21 个语义类别，干扰声来自 102 种周期性声音。成功标准是智能体在距离目标 1 米内执行 Stop。</a:t>
            </a:r>
            <a:endParaRPr lang="zh-CN" altLang="en-US"/>
          </a:p>
        </p:txBody>
      </p:sp>
      <p:pic>
        <p:nvPicPr>
          <p:cNvPr id="9" name="Image 1" descr="/mnt/data/workroot/crops2/fig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35" y="1615440"/>
            <a:ext cx="5894070" cy="24599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02730" y="4075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4B74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AVN / SAVN / SAVN-CE 对比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196965" y="4827905"/>
            <a:ext cx="4256405" cy="95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SAVN-CE 的关键变化：连续动作、时空连贯的视听流，以及目标发声与静默交替。</a:t>
            </a:r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r>
              <a:rPr lang="zh-CN" altLang="en-US" b="1" dirty="0"/>
              <a:t>  </a:t>
            </a:r>
            <a:r>
              <a:rPr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MAGNet 的整体框架</a:t>
            </a:r>
            <a:endParaRPr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218" y="1585320"/>
            <a:ext cx="10820982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/>
              <a:t>MAGNet 的整体结构由三部分组成。</a:t>
            </a:r>
            <a:endParaRPr b="1" dirty="0"/>
          </a:p>
          <a:p>
            <a:endParaRPr b="1" dirty="0"/>
          </a:p>
          <a:p>
            <a:r>
              <a:rPr b="1" dirty="0"/>
              <a:t>第一部分是多模态观测编码器。</a:t>
            </a:r>
            <a:endParaRPr b="1" dirty="0"/>
          </a:p>
          <a:p>
            <a:r>
              <a:rPr b="1" dirty="0"/>
              <a:t>它负责把当前时刻的 RGB、Depth、音频、上一步动作和当前位置姿态编码成特征表示，并存入场景记忆中。视觉部分使用两个 ResNet-18 分别提取 RGB 和深度特征；音频部分先做 STFT，再提取平均幅度谱、双耳相位差和双耳能量差等特征，以更好地表示声音的空间方向和语义信息。</a:t>
            </a:r>
            <a:endParaRPr b="1" dirty="0"/>
          </a:p>
          <a:p>
            <a:endParaRPr b="1" dirty="0"/>
          </a:p>
          <a:p>
            <a:r>
              <a:rPr b="1" dirty="0"/>
              <a:t>第二部分是记忆增强目标描述网络（GDN）。</a:t>
            </a:r>
            <a:endParaRPr b="1" dirty="0"/>
          </a:p>
          <a:p>
            <a:r>
              <a:rPr b="1" dirty="0"/>
              <a:t>这是本文的核心。作者认为，光看当前时刻的声音不够，因为真实环境中的声音可能是断续的、短暂的。于是他们把双耳音频、上一时刻动作和当前位姿融合，再借助情节记忆模块保存过去若干时刻与目标相关的信息。然后用 Transformer 对这些时间序列信息进行建模，输出目标嵌入和目标描述。这个目标描述不仅包含目标有没有在发声，还包含它的方向和距离，从而帮助智能体在“听不见”的时候，仍然维持对目标位置的推断。</a:t>
            </a:r>
            <a:endParaRPr b="1" dirty="0"/>
          </a:p>
          <a:p>
            <a:endParaRPr b="1" dirty="0"/>
          </a:p>
          <a:p>
            <a:r>
              <a:rPr b="1" dirty="0"/>
              <a:t>第三部分是上下文感知策略网络。</a:t>
            </a:r>
            <a:endParaRPr b="1" dirty="0"/>
          </a:p>
          <a:p>
            <a:r>
              <a:rPr b="1" dirty="0"/>
              <a:t>它利用场景记忆中的历史观测信息，通过 Transformer 编码器-解码器生成当前状态表示，再交给 actor 和 critic 预测动作分布和值函数，最终决定下一步向哪里走。这样，智能体的决策不只是看当前一帧，而是综合考虑历史和当前信息。</a:t>
            </a:r>
            <a:endParaRPr b="1" dirty="0"/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（三）</a:t>
            </a:r>
            <a:r>
              <a:rPr lang="zh-CN" altLang="en-US" b="1" dirty="0"/>
              <a:t>  </a:t>
            </a:r>
            <a:r>
              <a:rPr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训练方式</a:t>
            </a:r>
            <a:endParaRPr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218" y="2013310"/>
            <a:ext cx="1082098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/>
              <a:t>训练分两部分。GDN 采用监督学习，用 oracle 的目标描述标签进行回归优化；策略网络则采用 DD-PPO 进行强化学习训练。奖励函数包括到达目标的成功奖励、靠近目标的中间奖励，以及每一步的小时间惩罚，用来鼓励智能体尽快且有效地到达目标。</a:t>
            </a:r>
            <a:endParaRPr b="1"/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73100" y="972185"/>
            <a:ext cx="7206615" cy="633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" y="1468755"/>
            <a:ext cx="10196830" cy="499618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96515" y="3075305"/>
            <a:ext cx="48501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092" y="2295018"/>
            <a:ext cx="10985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两类测试环境：Clean（仅目标发声）与 Distracted（目标与干扰声同时发声）。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Baselines：Random、ObjectGoal、AV-Nav、SMT+Audio、SAVi，以及两种 Oracle 上界。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训练配置：最多 240M steps；使用 validation split 上 SPL 最优的 checkpoint。</a:t>
            </a:r>
            <a:endParaRPr lang="en-US" dirty="0"/>
          </a:p>
          <a:p>
            <a:endParaRPr lang="en-US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72465" y="3303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评价指标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1060" y="404812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SR：成功率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SPL：路径效率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SNA：动作效率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DTG：终点到目标的距离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SWS：静默阶段到达目标的比例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DSR：误到干扰声源的比例</a:t>
            </a: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1738630"/>
            <a:ext cx="10254615" cy="461835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5475" y="4748530"/>
            <a:ext cx="10864215" cy="3683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 MAGNet 在两类环境中均领先</a:t>
            </a:r>
            <a:endParaRPr lang="zh-CN" altLang="en-US" sz="2000" b="0" i="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72389" y="4342173"/>
            <a:ext cx="11035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None/>
              <a:defRPr/>
            </a:pPr>
            <a:r>
              <a:rPr kumimoji="0" lang="zh-CN" altLang="en-US" sz="2400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结果</a:t>
            </a:r>
            <a:endParaRPr kumimoji="0" lang="zh-CN" altLang="en-US" sz="240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035" y="1642110"/>
            <a:ext cx="9958705" cy="26149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0095" y="5224145"/>
            <a:ext cx="11072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Clean：SR 37.7、SPL 32.9、SNA 27.4，显著优于 SAVi 的 25.6、21.2、17.3。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Distracted：仍取得最高 SR 19.3 与 SPL 16.5，但 DSR 为 7.8，说明相似干扰声仍然难区分。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Oracle2 达到 75.0 SR，表明“目标静默后的信息维护”依然是当前方法的主要瓶颈。</a:t>
            </a:r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710" y="1120140"/>
            <a:ext cx="1103566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进一步分析：消融实验</a:t>
            </a:r>
            <a:endParaRPr lang="en-US" sz="2800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3150" y="1900514"/>
            <a:ext cx="140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消融实验</a:t>
            </a: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" y="2226945"/>
            <a:ext cx="8847455" cy="35128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07235" y="5782945"/>
            <a:ext cx="6113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4B74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完整模型在 SR、SPL、SNA 与 SELD 指标上均最好</a:t>
            </a: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710" y="1120140"/>
            <a:ext cx="1103566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/>
              <a:t>难度因素</a:t>
            </a:r>
            <a:endParaRPr lang="en-US" sz="2800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58900" y="4839335"/>
            <a:ext cx="8646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action ratio 和 geodesic distance 增大时，MAGNet 的累计成功率曲线始终最高。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" y="1797685"/>
            <a:ext cx="9555480" cy="3130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81405" y="5295265"/>
            <a:ext cx="9429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更短的发声窗口与更远的初始距离都会显著提升任务难度。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MAGNet 在两条难度曲线上都维持更高的 upper bound，说明它更能承受短时声音与长距离导航。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• 消融实验表明：GDN、memory、自运动 cues 三者缺一不可。</a:t>
            </a: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614805"/>
            <a:ext cx="10868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</a:rPr>
              <a:t>作者提出的 SAVN-CE 把语义音视频导航从离散环境推进到了连续环境，使任务设置更接近真实世界，也更具挑战性。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sz="2400" dirty="0">
                <a:latin typeface="宋体" panose="02010600030101010101" pitchFamily="2" charset="-122"/>
                <a:ea typeface="宋体" panose="02010600030101010101" pitchFamily="2" charset="-122"/>
              </a:rPr>
              <a:t>作者提出的 MAGNet 通过引入记忆增强目标描述网络，把当前声音、自身运动信息和历史上下文结合起来，有效解决了目标声音中断或停止后目标信息丢失的问题，使智能体仍然能够持续推断目标位置并完成导航。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大量实验表明，MAGNet 在成功率、路径效率以及静音阶段导航能力上都明显优于已有方法，特别在短时声音和长距离导航场景中表现出较强鲁棒性；同时，消融实验验证了记忆模块和自运动信息的必要性。不过，论文也表明在存在声学相似的干扰源时，模型仍有较大提升空间。未来工作会进一步扩展到多目标和动态目标等更复杂的听觉场景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334770"/>
            <a:ext cx="9144000" cy="2603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汇报结束</a:t>
            </a:r>
            <a:endParaRPr lang="zh-CN" altLang="en-US" sz="4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430864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汇报人：杜昀</a:t>
            </a:r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博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PLACING_PICTURE_USER_VIEWPORT" val="{&quot;height&quot;:5460,&quot;width&quot;:14244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COMMONDATA" val="eyJoZGlkIjoiMmNjMmNlOWJkNGM0NWJlOTZiYmU0Yzg3ODFkZjk5NmYifQ=="/>
  <p:tag name="KSO_WPP_MARK_KEY" val="5444498b-26d2-49ff-b7f2-b5957cbeff76"/>
  <p:tag name="RESOURCE_RECORD_KEY" val="{&quot;29&quot;:[5000004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3253</Words>
  <Application>WPS 演示</Application>
  <PresentationFormat>宽屏</PresentationFormat>
  <Paragraphs>217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</vt:lpstr>
      <vt:lpstr>Arial</vt:lpstr>
      <vt:lpstr>黑体</vt:lpstr>
      <vt:lpstr>思源黑体 Normal</vt:lpstr>
      <vt:lpstr>Times New Roman</vt:lpstr>
      <vt:lpstr>等线</vt:lpstr>
      <vt:lpstr>微软雅黑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尘</cp:lastModifiedBy>
  <cp:revision>922</cp:revision>
  <dcterms:created xsi:type="dcterms:W3CDTF">2021-06-12T07:20:00Z</dcterms:created>
  <dcterms:modified xsi:type="dcterms:W3CDTF">2026-09-23T13:18:17Z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7DEE0ABBF73D4CBE8A8DE1A974C048F8</vt:lpwstr>
  </property>
  <property fmtid="{D5CDD505-2E9C-101B-9397-08002B2CF9AE}" pid="3" name="KSOProductBuildVer">
    <vt:lpwstr>2052-11.1.0.12608</vt:lpwstr>
  </property>
</Properties>
</file>