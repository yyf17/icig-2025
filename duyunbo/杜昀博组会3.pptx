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1365" cy="6858000"/>
  <p:notesSz cx="6858000" cy="12191365"/>
  <p:custDataLst>
    <p:tags r:id="rId2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2B7">
              <a:alpha val="14000"/>
            </a:srgbClr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组会汇报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Reliability-Aware Geometric Fusion for Robust Audio-Visual Navigation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面向鲁棒视听导航的可靠性感知几何融合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3401568"/>
            <a:ext cx="5394960" cy="0"/>
          </a:xfrm>
          <a:prstGeom prst="line">
            <a:avLst/>
          </a:prstGeom>
          <a:noFill/>
          <a:ln w="25400">
            <a:solidFill>
              <a:srgbClr val="2E62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495" y="3749040"/>
            <a:ext cx="2011680" cy="528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杜昀博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0" y="6245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36576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6576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二、文章创新点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36576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三、研究内容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384048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四、实验和结果分析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36576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五、结论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41080" y="4709160"/>
            <a:ext cx="201168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60320" y="221284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4754880" cy="0"/>
          </a:xfrm>
          <a:prstGeom prst="line">
            <a:avLst/>
          </a:prstGeom>
          <a:noFill/>
          <a:ln w="38100">
            <a:solidFill>
              <a:srgbClr val="2E62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120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过去视听导航中的核心假设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303520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Audio-Visual Navigation 中，智能体需要利用第一视角视觉和双耳音频，在未知三维室内环境中寻找发声目标。视觉负责理解障碍物、走廊、门和房间结构，音频负责提供目标的大致方向。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5303520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问题在于，很多方法默认音频线索始终可靠，直接把视觉特征和音频特征拼接后交给策略网络。这种融合方式在理想环境中有效，但在复杂声学环境中容易被误导。</a:t>
            </a:r>
            <a:endParaRPr lang="en-US" sz="2000" dirty="0"/>
          </a:p>
        </p:txBody>
      </p:sp>
      <p:pic>
        <p:nvPicPr>
          <p:cNvPr id="8" name="Image 0" descr="/mnt/data/ravn_clean_assets/fig1_paradig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60533"/>
            <a:ext cx="4572000" cy="39254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5440680"/>
            <a:ext cx="457200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本文关注：声音线索并不总是可靠，模型需要动态判断该信任多少音频。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复杂声学环境带来的挑战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332720" cy="29260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障碍物、墙体和门会导致声音衍射与反射，双耳定位线索可能变得模糊。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长走廊、拐角和遮挡区域容易产生混响与多径传播，使声源方向出现偏差。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unheard sound 设置下，测试声音类别训练时没有见过，音频特征分布发生变化，模型更容易跟随错误模式。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如果模型盲目相信音频，就可能出现绕路、回退、反复转向甚至走向错误区域。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241280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因此，本文的核心问题是：如何让智能体在“声音清楚时充分利用声音”，在“声音模糊时降低音频误导”，从而实现更鲁棒的视听导航。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60320" y="221284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文章创新点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4754880" cy="0"/>
          </a:xfrm>
          <a:prstGeom prst="line">
            <a:avLst/>
          </a:prstGeom>
          <a:noFill/>
          <a:ln w="38100">
            <a:solidFill>
              <a:srgbClr val="2E62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文章创新点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241280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这篇文章的创新主要体现在三个方面。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424160" cy="7498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第一，作者提出了 RAVN（Reliability-Aware Audio-Visual Navigation）框架。它不再静态融合视觉和音频，而是根据音频几何线索的可靠性，动态调整多模态融合过程。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1042416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第二，作者设计了 Acoustic Geometry Reasoner（AGR）。AGR 通过距离和方位角辅助监督，从双耳音频中学习几何表示，并利用异方差 Gaussian NLL 估计观测相关的不确定性，将其作为音频可靠性线索。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1042416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第三，作者提出 Reliability-Aware Geometric Modulation（RAGM）。它把 AGR 学到的几何可靠性转化为 soft gate，对视觉特征进行动态调制，从而减少视觉与错误音频线索之间的冲突。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1042416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整体来说，本文不是简单增强声音特征，而是让模型学会“什么时候该相信声音，什么时候应该谨慎使用声音”。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60320" y="221284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4754880" cy="0"/>
          </a:xfrm>
          <a:prstGeom prst="line">
            <a:avLst/>
          </a:prstGeom>
          <a:noFill/>
          <a:ln w="38100">
            <a:solidFill>
              <a:srgbClr val="2E62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（一）任务定义与整体设置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10241280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论文将视听导航建模为强化学习任务。每个时间步，智能体接收视觉深度图和双耳音频，并输出导航动作，目标是在未知环境中尽快到达发声源。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241280" cy="23317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输入：RGB/Depth 视觉观测，以及 Left/Right 双耳音频频谱。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输出：导航动作，由策略网络选择前进、转向或停止。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环境：SoundSpaces 平台，使用 Replica 和 Matterport3D 两个三维场景数据集。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测试：Multiple Heard 与 Multiple Unheard，后者用于评估未知声音类别下的泛化能力。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5257800"/>
            <a:ext cx="1042416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RAVN 并没有改变基础导航任务，而是在原有 AV-Nav 框架上加入“音频可靠性估计”和“可靠性感知融合”。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（二）RAVN 整体架构</a:t>
            </a:r>
            <a:endParaRPr lang="en-US" sz="2400" dirty="0"/>
          </a:p>
        </p:txBody>
      </p:sp>
      <p:pic>
        <p:nvPicPr>
          <p:cNvPr id="6" name="Image 0" descr="/mnt/data/ravn_clean_assets/fig2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740" y="1481328"/>
            <a:ext cx="722376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349240"/>
            <a:ext cx="103327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整体流程：音频和视觉分别编码；AGR 从音频中估计几何表示和不确定性；RAGM 根据可靠性调制视觉特征；最后将原始音频特征与调制后的视觉特征送入 GRU 和 Actor-Critic 策略网络。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943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（三）AGR：声学几何推理器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332720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AGR 的目标不是单纯做精确声源定位，而是从双耳音频中学习“方向、距离和可靠性”。它包括三个分支：距离预测、方位角预测和几何特征投影。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149840" cy="21488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距离分支：用 Gaussian NLL 同时预测距离均值 μ 和方差 σ²。σ² 越大，表示当前音频线索越不可靠。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方位角分支：预测声源相对方向，并使用 wrapped Smooth-L1 处理角度周期性。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投影分支：输出几何特征 gt，使其同时携带空间方向与声学可靠性信息。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3327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通俗理解：AGR 让模型不仅回答“声音在哪里”，还要回答“我对这个判断有多确定”。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4008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（四）RAGM：可靠性感知几何调制</a:t>
            </a:r>
            <a:endParaRPr lang="en-US" sz="2400" dirty="0"/>
          </a:p>
        </p:txBody>
      </p:sp>
      <p:pic>
        <p:nvPicPr>
          <p:cNvPr id="6" name="Image 0" descr="/mnt/data/ravn_clean_assets/fig3_rag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67" y="1600200"/>
            <a:ext cx="4336026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40" y="1645920"/>
            <a:ext cx="5303520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RAGM 将 AGR 输出的几何特征 gt 输入 MLP 和 Sigmoid，生成取值在 0 到 1 之间的可靠性 mask。随后，该 mask 与视觉特征逐元素相乘，得到调制后的视觉特征 f′v。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06440" y="3063240"/>
            <a:ext cx="5303520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这样做的目的，是让视觉特征根据当前音频可靠性进行动态重加权。当声音线索清晰时，视觉与音频协同导航；当声音混乱时，模型降低错误音频引起的跨模态冲突。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06440" y="4754880"/>
            <a:ext cx="53035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公式：mₜ = Sigmoid(MLP(gₜ))，f′ᵥ = fᵥ ⊙ mₜ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（五）策略学习与训练目标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3327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策略网络保留原始音频特征 fa，同时使用经过 RAGM 调制后的视觉特征 f′v。二者拼接后输入 GRU，形成状态表示 st，再由 Actor 输出动作概率，由 Critic 估计状态价值。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0332720" cy="685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训练时，模型一方面通过 PPO 优化导航奖励，另一方面通过几何辅助监督训练 AGR。辅助损失由距离不确定性损失和方位角预测损失组成。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767328"/>
            <a:ext cx="103327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总损失可以写成：Ltotal = LPPO + λLaux，其中 Laux = Ldist + Lang。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103327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因此，RAVN 的训练目标可以理解为：既要学会完成导航，又要学会从音频中判断几何线索是否可靠。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60320" y="221284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实验和结果分析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4754880" cy="0"/>
          </a:xfrm>
          <a:prstGeom prst="line">
            <a:avLst/>
          </a:prstGeom>
          <a:noFill/>
          <a:ln w="38100">
            <a:solidFill>
              <a:srgbClr val="2E62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实验和结果分析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实验设置与评价指标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10241280" cy="25603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平台与数据集：SoundSpaces，Replica 和 Matterport3D。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训练规模：Replica 训练 48M steps，Matterport3D 训练 60M steps，episode 最大 500 steps。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测试设置：Multiple Heard 表示声音类别训练时见过；Multiple Unheard 表示测试声音类别训练时没见过。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评价指标：SR 衡量成功率，SPL 衡量路径效率，SNA 衡量动作效率。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1014984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实验重点：验证可靠性感知融合是否能在复杂声学环境和未知声音类别下，提高导航成功率和路径稳定性。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实验和结果分析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8961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定量结果：RAVN 在 Heard / Unheard 下均有提升</a:t>
            </a:r>
            <a:endParaRPr lang="en-US" sz="2400" dirty="0"/>
          </a:p>
        </p:txBody>
      </p:sp>
      <p:pic>
        <p:nvPicPr>
          <p:cNvPr id="6" name="Image 0" descr="/mnt/data/ravn_clean_assets/table1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563" y="1417320"/>
            <a:ext cx="9833834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919472"/>
            <a:ext cx="10424160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从表中可以看到，RAVN 相比 AV-Nav 在 Replica 和 Matterport3D 上的 SR、SPL、SNA 均有提升。Replica Unheard 中，SR 从 47.3 提升到 53.1，SPL 从 36.8 提升到 40.3；Matterport3D Unheard 中，SPL 从 21.9 提升到 25.9。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实验和结果分析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84124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定性结果：路径更接近最短路径，绕路更少</a:t>
            </a:r>
            <a:endParaRPr lang="en-US" sz="2400" dirty="0"/>
          </a:p>
        </p:txBody>
      </p:sp>
      <p:pic>
        <p:nvPicPr>
          <p:cNvPr id="6" name="Image 0" descr="/mnt/data/ravn_clean_assets/fig4_trajecto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6081" y="1444752"/>
            <a:ext cx="507215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轨迹对比显示，AV-Nav 在拐角、门口、长走廊等声学歧义区域更容易绕路和反复调整；RAVN 的路径更接近绿色最短路径，说明可靠性感知融合有助于过滤误导性音频线索。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实验和结果分析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消融实验：AGR、NLL 与 RAGM 都有贡献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897880" y="1600200"/>
            <a:ext cx="5257800" cy="1920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消融结果表明，仅加入 AGR 并使用 MSE 做几何监督时，性能提升较有限；改用 NLL 后，模型能够显式建模观测相关不确定性，提升更明显。完整 RAVN 加入 RAGM 后效果最好，说明可靠性信息必须真正参与融合，而不能只作为训练时的辅助监督。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97880" y="4160520"/>
            <a:ext cx="5257800" cy="777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结论：几何表征学习有帮助，不确定性建模更关键，而 RAGM 是将可靠性转化为实际导航收益的核心环节。</a:t>
            </a:r>
            <a:endParaRPr lang="en-US" sz="21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0" y="1454150"/>
            <a:ext cx="3869690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60320" y="221284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4754880" cy="0"/>
          </a:xfrm>
          <a:prstGeom prst="line">
            <a:avLst/>
          </a:prstGeom>
          <a:noFill/>
          <a:ln w="38100">
            <a:solidFill>
              <a:srgbClr val="2E62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2191695" cy="64008"/>
          </a:xfrm>
          <a:prstGeom prst="rect">
            <a:avLst/>
          </a:prstGeom>
          <a:solidFill>
            <a:srgbClr val="2E62B7"/>
          </a:solidFill>
          <a:ln w="12700">
            <a:solidFill>
              <a:srgbClr val="2E62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5560" y="64739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645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02920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  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424160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本文提出的 RAVN 主要解决视听导航中“声音不总是可靠”的问题。相比直接拼接视觉和音频的传统方法，RAVN 先从双耳音频中估计距离、方位角和不确定性，再用这些可靠性线索调制视觉特征，从而减少错误音频对导航策略的干扰。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424160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实验表明，RAVN 在 Replica 和 Matterport3D 的 Heard 与 Unheard 设置下均超过 AV-Nav，尤其在未知声音类别下提升了路径效率和动作稳定性。消融实验也证明，AGR 的几何不确定性建模和 RAGM 的动态特征调制是性能提升的关键。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10424160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总体来看，这篇论文的核心启发是：视听导航不应只研究“如何利用声音”，还应研究“什么时候不该完全相信声音”。这对后续研究混响、干扰声、unheard sound 泛化和音频可靠性地图都有参考价值。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6596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汇报结束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2834640"/>
            <a:ext cx="5486400" cy="10058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感谢倾听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请老师和同学们批评指正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4663440"/>
            <a:ext cx="4389120" cy="6858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杜昀博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0" y="6245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62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XJU-ICIG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mNjMmNlOWJkNGM0NWJlOTZiYmU0Yzg3ODFkZjk5Nm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3551</Words>
  <Application>WPS 演示</Application>
  <PresentationFormat>On-screen Show (16:9)</PresentationFormat>
  <Paragraphs>220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XJU-ICIG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Reliability-Aware Geometric Fusion for Robust Audio-Visual Navigation</dc:title>
  <dc:creator>OpenAI</dc:creator>
  <dc:subject>RAVN 可靠性感知视听导航组会汇报</dc:subject>
  <cp:lastModifiedBy>尘</cp:lastModifiedBy>
  <cp:revision>5</cp:revision>
  <dcterms:created xsi:type="dcterms:W3CDTF">2026-05-14T11:50:00Z</dcterms:created>
  <dcterms:modified xsi:type="dcterms:W3CDTF">2026-10-08T13:24:15Z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EEA575EDD0444F539EC0B6F944A8666C</vt:lpwstr>
  </property>
  <property fmtid="{D5CDD505-2E9C-101B-9397-08002B2CF9AE}" pid="3" name="KSOProductBuildVer">
    <vt:lpwstr>2052-11.1.0.12608</vt:lpwstr>
  </property>
</Properties>
</file>