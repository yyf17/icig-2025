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8" r:id="rId6"/>
    <p:sldId id="259" r:id="rId7"/>
    <p:sldId id="260" r:id="rId8"/>
    <p:sldId id="279" r:id="rId9"/>
    <p:sldId id="262" r:id="rId10"/>
    <p:sldId id="263" r:id="rId11"/>
    <p:sldId id="281" r:id="rId12"/>
    <p:sldId id="265" r:id="rId13"/>
    <p:sldId id="266" r:id="rId14"/>
    <p:sldId id="267" r:id="rId15"/>
    <p:sldId id="282" r:id="rId16"/>
    <p:sldId id="270" r:id="rId17"/>
    <p:sldId id="271" r:id="rId18"/>
    <p:sldId id="272" r:id="rId19"/>
    <p:sldId id="273" r:id="rId20"/>
    <p:sldId id="274" r:id="rId21"/>
    <p:sldId id="283" r:id="rId22"/>
    <p:sldId id="276" r:id="rId23"/>
    <p:sldId id="277" r:id="rId2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SED</a:t>
            </a:r>
            <a:r>
              <a:rPr lang="zh-CN" altLang="en-US" dirty="0"/>
              <a:t>（</a:t>
            </a:r>
            <a:r>
              <a:rPr lang="en-US" altLang="zh-CN" dirty="0"/>
              <a:t>Sound Event Detection</a:t>
            </a:r>
            <a:r>
              <a:rPr lang="zh-CN" altLang="en-US" dirty="0"/>
              <a:t>）就是声音可信度分数</a:t>
            </a:r>
            <a:br>
              <a:rPr lang="zh-CN" altLang="en-US" dirty="0"/>
            </a:br>
            <a:r>
              <a:rPr lang="en-US" altLang="zh-CN" dirty="0"/>
              <a:t>1. **Distance Probabilities</a:t>
            </a:r>
            <a:r>
              <a:rPr lang="zh-CN" altLang="en-US" dirty="0"/>
              <a:t>（距离概率）</a:t>
            </a:r>
            <a:r>
              <a:rPr lang="en-US" altLang="zh-CN" dirty="0"/>
              <a:t>**</a:t>
            </a:r>
            <a:r>
              <a:rPr lang="zh-CN" altLang="en-US" dirty="0"/>
              <a:t>：柱状图，每根柱子代表一个距离区间，柱子越高，声源在这个距离的概率越大。</a:t>
            </a:r>
            <a:endParaRPr lang="zh-CN" altLang="en-US" dirty="0"/>
          </a:p>
          <a:p>
            <a:r>
              <a:rPr lang="en-US" altLang="zh-CN" dirty="0"/>
              <a:t>2. **Angle Probabilities</a:t>
            </a:r>
            <a:r>
              <a:rPr lang="zh-CN" altLang="en-US" dirty="0"/>
              <a:t>（角度概率）</a:t>
            </a:r>
            <a:r>
              <a:rPr lang="en-US" altLang="zh-CN" dirty="0"/>
              <a:t>**</a:t>
            </a:r>
            <a:r>
              <a:rPr lang="zh-CN" altLang="en-US" dirty="0"/>
              <a:t>：饼图，每一块代表一个方向区间，面积越大，声源在这个方向的概率越大。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156" y="6356350"/>
            <a:ext cx="2743057" cy="365125"/>
          </a:xfrm>
        </p:spPr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390" y="6356350"/>
            <a:ext cx="411458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152" y="6356350"/>
            <a:ext cx="2743057" cy="365125"/>
          </a:xfrm>
        </p:spPr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40480" y="914400"/>
            <a:ext cx="4754880" cy="5120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0" dirty="0">
                <a:solidFill>
                  <a:srgbClr val="F3F7FE"/>
                </a:solidFill>
              </a:rPr>
              <a:t>□</a:t>
            </a:r>
            <a:endParaRPr lang="en-US" sz="21000" dirty="0"/>
          </a:p>
        </p:txBody>
      </p:sp>
      <p:sp>
        <p:nvSpPr>
          <p:cNvPr id="6" name="Text 3"/>
          <p:cNvSpPr/>
          <p:nvPr/>
        </p:nvSpPr>
        <p:spPr>
          <a:xfrm>
            <a:off x="4498848" y="114300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111111"/>
                </a:solidFill>
              </a:rPr>
              <a:t>组会汇报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508760" y="2423160"/>
            <a:ext cx="932688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>
              <a:lnSpc>
                <a:spcPct val="12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Spatial-Aware Conditioned Fusion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algn="ctr">
              <a:lnSpc>
                <a:spcPct val="12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for Audio-Visual Navigation</a:t>
            </a:r>
            <a:endParaRPr lang="en-US" altLang="zh-CN" sz="3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46320" y="4389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</a:rPr>
              <a:t>汇报人：范艺博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83480" y="523036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</a:rPr>
              <a:t>2026.9.2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" y="65562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文献作者：Shaohang Wu, Yinfeng Yu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40480" y="914400"/>
            <a:ext cx="4754880" cy="5120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0" dirty="0">
                <a:solidFill>
                  <a:srgbClr val="F3F7FE"/>
                </a:solidFill>
              </a:rPr>
              <a:t>□</a:t>
            </a:r>
            <a:endParaRPr lang="en-US" sz="21000" dirty="0"/>
          </a:p>
        </p:txBody>
      </p:sp>
      <p:sp>
        <p:nvSpPr>
          <p:cNvPr id="8" name="Text 5"/>
          <p:cNvSpPr/>
          <p:nvPr/>
        </p:nvSpPr>
        <p:spPr>
          <a:xfrm>
            <a:off x="3931920" y="1325880"/>
            <a:ext cx="5120640" cy="42976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一、研究背景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二、文章创新点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三、研究内容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四、实验和结果分析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五、总结与思考</a:t>
            </a:r>
            <a:endParaRPr lang="en-US" sz="2600" dirty="0"/>
          </a:p>
        </p:txBody>
      </p:sp>
      <p:sp>
        <p:nvSpPr>
          <p:cNvPr id="9" name="文本框 8"/>
          <p:cNvSpPr txBox="1"/>
          <p:nvPr/>
        </p:nvSpPr>
        <p:spPr>
          <a:xfrm>
            <a:off x="1712730" y="2240610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5400000">
            <a:off x="240665" y="3090545"/>
            <a:ext cx="57181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contents</a:t>
            </a:r>
            <a:endParaRPr lang="en-US" altLang="zh-CN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088" y="2409891"/>
            <a:ext cx="1958246" cy="2038217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127" y="2742446"/>
            <a:ext cx="1104900" cy="119888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819" y="3043409"/>
            <a:ext cx="3676182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17" y="129712"/>
            <a:ext cx="2284611" cy="636237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033" y="6530110"/>
            <a:ext cx="3051154" cy="328609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6" tIns="34288" rIns="68576" bIns="34288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研究背景：Audio-Visual Navigation 的融合瓶颈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737360"/>
            <a:ext cx="5760720" cy="37490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视听导航要求智能体利用视觉观测和声学线索，定位并导航到持续发声目标。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SoundSpaces 等早期方法通常将 audio / visual features 直接拼接后送入策略网络。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这种融合方式让 policy 在高维连续特征中自行学习目标相对位置，学习效率低。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Unheard sound / 跨场景设置中，隐式融合更容易泛化不足。</a:t>
            </a:r>
            <a:endParaRPr lang="en-US" sz="2000" dirty="0"/>
          </a:p>
        </p:txBody>
      </p:sp>
      <p:pic>
        <p:nvPicPr>
          <p:cNvPr id="11" name="图片 10" descr="PixPin_2026-09-29_12-23-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485" y="1673225"/>
            <a:ext cx="3763010" cy="2883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已有方法存在的两个核心问题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691640"/>
            <a:ext cx="475488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73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问题一：缺少显式空间结构表示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05840" y="2240280"/>
            <a:ext cx="4389120" cy="14630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声音更多作为隐式方向提示。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目标方向 / 距离没有被明确建模。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policy 需要自己从连续特征中学空间关系。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1691640"/>
            <a:ext cx="480060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73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问题二：视觉特征缺少声学条件引导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37960" y="2240280"/>
            <a:ext cx="4389120" cy="14630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视觉编码器通常平等处理所有区域。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不能根据声音强调目标方向相关通道。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背景纹理或无关视觉区域会干扰导航决策。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solidFill>
            <a:srgbClr val="F3F7FF"/>
          </a:solidFill>
          <a:ln w="15240">
            <a:solidFill>
              <a:srgbClr val="3F73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SACF 的基本思路：先把声音转化为方向—距离空间意图，再用这个空间意图去调制视觉特征。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088" y="2409891"/>
            <a:ext cx="1958246" cy="2038217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127" y="2742446"/>
            <a:ext cx="1104900" cy="119888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819" y="3043409"/>
            <a:ext cx="3676182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17" y="129712"/>
            <a:ext cx="2284611" cy="636237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033" y="6530110"/>
            <a:ext cx="3051154" cy="328609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6" tIns="34288" rIns="68576" bIns="3428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文章创新点：显式空间描述 + 声学条件视觉融合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45920"/>
            <a:ext cx="6583680" cy="42062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提出 SACF：Spatial-Aware Conditioned Fusion，用于 Audio-Visual Navigation。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SDLD：将声源相对位置离散为方向和距离分布，并编码为紧凑空间描述符。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ACVF：利用 audio embedding 与 SDLD 生成 FiLM 风格的通道缩放 γ 和偏置 β，调制视觉特征。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 Cross-Modal Attention 相比，FiLM 式通道调制更轻量，适合长时序 RL 训练。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Replica / Matterport3D、Heard / Unheard 设置下验证泛化能力。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452360" y="4503420"/>
            <a:ext cx="4160520" cy="868680"/>
          </a:xfrm>
          <a:prstGeom prst="rect">
            <a:avLst/>
          </a:prstGeom>
          <a:solidFill>
            <a:srgbClr val="F7FAFF"/>
          </a:solidFill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73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核心贡献不是简单拼接，而是让 audio-derived spatial intent 主动控制视觉表示。</a:t>
            </a:r>
            <a:endParaRPr lang="en-US" sz="1800" dirty="0"/>
          </a:p>
        </p:txBody>
      </p:sp>
      <p:pic>
        <p:nvPicPr>
          <p:cNvPr id="11" name="图片 10" descr="PixPin_2026-09-29_13-06-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69415"/>
            <a:ext cx="4375150" cy="2581910"/>
          </a:xfrm>
          <a:prstGeom prst="rect">
            <a:avLst/>
          </a:prstGeom>
        </p:spPr>
      </p:pic>
      <p:pic>
        <p:nvPicPr>
          <p:cNvPr id="12" name="图片 11" descr="PixPin_2026-09-29_13-06-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83385"/>
            <a:ext cx="4375150" cy="2581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与传统</a:t>
            </a:r>
            <a:r>
              <a:rPr lang="zh-CN" altLang="en-US" sz="2800" dirty="0"/>
              <a:t>对比：</a:t>
            </a:r>
            <a:endParaRPr lang="zh-CN" alt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31520" y="1737360"/>
          <a:ext cx="10789920" cy="274320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阶段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73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 SoundSpaces / concat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73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SACF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73C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空间建模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隐式依赖 policy 学习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方向/距离离散分布 + 描述符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视觉处理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视觉 encoder 独立提特征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声学空间意图调制视觉通道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融合方式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concat / late fusion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FiLM-style γ, β 条件变换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实现简单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更强方向性、更轻量、更易泛化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AAB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05840" y="4892040"/>
            <a:ext cx="10149840" cy="822960"/>
          </a:xfrm>
          <a:prstGeom prst="rect">
            <a:avLst/>
          </a:prstGeom>
          <a:solidFill>
            <a:srgbClr val="F3F7FF"/>
          </a:solidFill>
          <a:ln w="13970">
            <a:solidFill>
              <a:srgbClr val="3F73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一句话总结：SACF 把“听到声音后应该看向哪里”的空间意图，显式注入到视觉特征学习中。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088" y="2409891"/>
            <a:ext cx="1958246" cy="2038217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127" y="2742446"/>
            <a:ext cx="1104900" cy="119888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819" y="3043409"/>
            <a:ext cx="3676182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17" y="129712"/>
            <a:ext cx="2284611" cy="636237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033" y="6530110"/>
            <a:ext cx="3051154" cy="328609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6" tIns="34288" rIns="68576" bIns="3428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整体框架：Perception → Decision → Action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pic>
        <p:nvPicPr>
          <p:cNvPr id="10" name="图片 9" descr="PixPin_2026-09-29_13-06-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345" y="1656080"/>
            <a:ext cx="8219440" cy="4850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SDLD：Spatially Discretized Localization Descriptor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pic>
        <p:nvPicPr>
          <p:cNvPr id="8" name="Image 1" descr="/mnt/data/sacf_work/crops/fig3_sd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97" y="1737360"/>
            <a:ext cx="4679206" cy="2560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0" y="1645920"/>
            <a:ext cx="5257800" cy="34747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将连续相对位置拆成 direction 与 distance 两个离散分布。
</a:t>
            </a:r>
            <a:endParaRPr lang="en-US" sz="1700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r>
              <a:rPr lang="en-US" sz="17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方向范围：−π 到 +π；</a:t>
            </a:r>
            <a:br>
              <a:rPr lang="en-US" sz="17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br>
              <a:rPr lang="en-US" sz="17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7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距离范围：0 到 30m。
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再转换为 (cosθ, sinθ)。
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SED score + direction vector 输入 LSTM，生成时序空间描述符 gt。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5212080"/>
            <a:ext cx="10149840" cy="685800"/>
          </a:xfrm>
          <a:prstGeom prst="rect">
            <a:avLst/>
          </a:prstGeom>
          <a:solidFill>
            <a:srgbClr val="F3F7FF"/>
          </a:solidFill>
          <a:ln w="12700">
            <a:solidFill>
              <a:srgbClr val="3F73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作用：把声学线索变成 policy 可直接使用的紧凑空间先验。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ACVF：Audio-Descriptor Conditioned Visual Fusion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691640"/>
            <a:ext cx="2011680" cy="36576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3F73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条件输入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4389120" cy="594360"/>
          </a:xfrm>
          <a:prstGeom prst="rect">
            <a:avLst/>
          </a:prstGeom>
          <a:solidFill>
            <a:srgbClr val="F8FBFF"/>
          </a:solidFill>
          <a:ln w="12700">
            <a:solidFill>
              <a:srgbClr val="DCE8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ct = [ Audio feature ; Spatial descriptor gt ]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2011680" cy="36576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3F73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FiLM 调制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" y="3520440"/>
            <a:ext cx="4389120" cy="914400"/>
          </a:xfrm>
          <a:prstGeom prst="rect">
            <a:avLst/>
          </a:prstGeom>
          <a:solidFill>
            <a:srgbClr val="FFF9E8"/>
          </a:solidFill>
          <a:ln w="15240">
            <a:solidFill>
              <a:srgbClr val="F2C94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γ, β = Ψ(ct)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F̃v = (1 + γ) ⊙ Fv + β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89320" y="1691640"/>
            <a:ext cx="5394960" cy="34747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不是空间注意力，而是通道级条件选择。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增强与目标方向、通行结构相关的视觉通道。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参数量和计算量低，适合 RL 长序列训练。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相比简单拼接，ACVF 让视觉特征具备 auditory-conditioned directionality。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97280" y="5166360"/>
            <a:ext cx="9875520" cy="731520"/>
          </a:xfrm>
          <a:prstGeom prst="rect">
            <a:avLst/>
          </a:prstGeom>
          <a:solidFill>
            <a:srgbClr val="F3F7FF"/>
          </a:solidFill>
          <a:ln w="12700">
            <a:solidFill>
              <a:srgbClr val="3F73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直观理解：声音给出“空间意图”，视觉模块根据该意图重新分配特征通道的重要性。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440" y="2441557"/>
            <a:ext cx="1958246" cy="2038217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479" y="2774112"/>
            <a:ext cx="1104900" cy="119888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616604" y="3075075"/>
            <a:ext cx="451374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实验结果及分析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17" y="129712"/>
            <a:ext cx="2284611" cy="636237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033" y="6530110"/>
            <a:ext cx="3051154" cy="328609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6" tIns="34288" rIns="68576" bIns="3428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主结果：Depth 设置下的导航性能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pic>
        <p:nvPicPr>
          <p:cNvPr id="8" name="Image 1" descr="/mnt/data/sacf_work/crops/table1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422" y="1645920"/>
            <a:ext cx="6726115" cy="3108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2310" y="5166360"/>
            <a:ext cx="10499090" cy="685800"/>
          </a:xfrm>
          <a:prstGeom prst="rect">
            <a:avLst/>
          </a:prstGeom>
          <a:solidFill>
            <a:srgbClr val="F3F7FF"/>
          </a:solidFill>
          <a:ln w="12700">
            <a:solidFill>
              <a:srgbClr val="3F73C5"/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重点结果：在 MP3D Unheard 上，SACF 达到 SPL 42.4 / SR 58.3 / SNA 28.0，相比 SoundSpaces 提升明显。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RGB 设置：没有 depth 时仍能带来提升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pic>
        <p:nvPicPr>
          <p:cNvPr id="8" name="Image 1" descr="/mnt/data/sacf_work/crops/table2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53" y="1645920"/>
            <a:ext cx="7481455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251960"/>
            <a:ext cx="9875520" cy="128016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RGB 图像更容易受到纹理和光照干扰。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SACF 在 RGB setting 下仍然优于 SoundSpaces baseline。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这说明 SDLD + ACVF 不只是依赖几何 depth，而是能改善跨模态融合。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消融实验：SDLD 与 ACVF 均有贡献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pic>
        <p:nvPicPr>
          <p:cNvPr id="8" name="Image 1" descr="/mnt/data/sacf_work/crops/table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06" y="1691640"/>
            <a:ext cx="3786188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1691640"/>
            <a:ext cx="4846320" cy="310896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w/o SDLD：保留 ACVF，但缺少空间描述符，只用全局 audio embedding 调制。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w/o ACVF：保留 SDLD，但直接拼接空间描述符，缺少通道级调制。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 SACF 在 Replica 与 MP3D Unheard 上取得最高 SR / SPL。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说明“空间先验”和“声学条件视觉调制”是互补关系。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143000" y="5120640"/>
            <a:ext cx="9875520" cy="685800"/>
          </a:xfrm>
          <a:prstGeom prst="rect">
            <a:avLst/>
          </a:prstGeom>
          <a:solidFill>
            <a:srgbClr val="F3F7FF"/>
          </a:solidFill>
          <a:ln w="12700">
            <a:solidFill>
              <a:srgbClr val="3F73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结论：只做显式定位或只做调制都不够，两者结合效果最好。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效率分析：比空间注意力更轻量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pic>
        <p:nvPicPr>
          <p:cNvPr id="8" name="Image 1" descr="/mnt/data/sacf_work/crops/table4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4663440" cy="1737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3977640"/>
            <a:ext cx="10241280" cy="14630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SACF 相比 Simple Concatenation 仅增加少量参数。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相比 Cross-Modal Spatial Attention，SACF 参数量更低。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FiLM 风格通道调制在空间分辨率上是线性开销，适合资源受限设备。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收敛曲线显示 SACF 训练更稳定，并以更少训练步数达到更高 SPL。</a:t>
            </a:r>
            <a:endParaRPr lang="en-US" sz="1800" dirty="0"/>
          </a:p>
        </p:txBody>
      </p:sp>
      <p:pic>
        <p:nvPicPr>
          <p:cNvPr id="11" name="图片 10" descr="PixPin_2026-09-29_13-45-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430" y="1661795"/>
            <a:ext cx="4822825" cy="26136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定性分析：声学线索引导智能体避开死胡同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pic>
        <p:nvPicPr>
          <p:cNvPr id="8" name="Image 1" descr="/mnt/data/sacf_work/crops/fig4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151" y="1600200"/>
            <a:ext cx="5115697" cy="2057400"/>
          </a:xfrm>
          <a:prstGeom prst="rect">
            <a:avLst/>
          </a:prstGeom>
        </p:spPr>
      </p:pic>
      <p:pic>
        <p:nvPicPr>
          <p:cNvPr id="9" name="Image 2" descr="/mnt/data/sacf_work/crops/fig5_top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849" y="1508760"/>
            <a:ext cx="3330222" cy="2697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4526280"/>
            <a:ext cx="10149840" cy="10972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红框显示关键转折点：声学线索帮助 SACF 选择更合理的转向。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Sound intensity map 能大致指示声源方向，辅助 agent 避开障碍。
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SACF 路径更接近 shortest path，SPL 更高。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088" y="2409891"/>
            <a:ext cx="1958246" cy="2038217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76" tIns="34288" rIns="68576" bIns="3428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7754" y="2742446"/>
            <a:ext cx="1104900" cy="119888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506" y="3043409"/>
            <a:ext cx="1767494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17" y="129712"/>
            <a:ext cx="2284611" cy="636237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033" y="6530110"/>
            <a:ext cx="3051154" cy="328609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6" tIns="34288" rIns="68576" bIns="3428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总结与思考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444752"/>
            <a:ext cx="10241280" cy="0"/>
          </a:xfrm>
          <a:prstGeom prst="line">
            <a:avLst/>
          </a:prstGeom>
          <a:noFill/>
          <a:ln w="25400">
            <a:solidFill>
              <a:srgbClr val="3F73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10515600" cy="420624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SACF 针对传统视听融合中的两个瓶颈：缺少显式空间意图、视觉表示缺少音频条件引导。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SDLD 将声源相对位置建模为 direction-distance 分布，并形成紧凑空间描述符。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ACVF 用 audio + spatial descriptor 生成 FiLM 参数，轻量调制视觉特征。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实验表明 SACF 在 Replica / MP3D，尤其 Unheard 设置下获得明显提升。
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局限：论文主要处理连续发声 AudioGoal；对间歇声音、语义目标、强噪声和多声源场景仍可继续拓展。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ven_work/xju_logo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49840" y="6556248"/>
            <a:ext cx="2057400" cy="301752"/>
          </a:xfrm>
          <a:prstGeom prst="triangle">
            <a:avLst/>
          </a:prstGeom>
          <a:solidFill>
            <a:srgbClr val="BDD0EA"/>
          </a:solidFill>
          <a:ln w="12700">
            <a:solidFill>
              <a:srgbClr val="BDD0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62488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73C5"/>
                </a:solidFill>
              </a:rPr>
              <a:t>XJU-ICIG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40480" y="914400"/>
            <a:ext cx="4754880" cy="5120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0" dirty="0">
                <a:solidFill>
                  <a:srgbClr val="F3F7FE"/>
                </a:solidFill>
              </a:rPr>
              <a:t>□</a:t>
            </a:r>
            <a:endParaRPr lang="en-US" sz="21000" dirty="0"/>
          </a:p>
        </p:txBody>
      </p:sp>
      <p:sp>
        <p:nvSpPr>
          <p:cNvPr id="6" name="Text 3"/>
          <p:cNvSpPr/>
          <p:nvPr/>
        </p:nvSpPr>
        <p:spPr>
          <a:xfrm>
            <a:off x="2788920" y="2331720"/>
            <a:ext cx="66751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11111"/>
                </a:solidFill>
              </a:rPr>
              <a:t>感谢倾听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dirty="0">
                <a:solidFill>
                  <a:srgbClr val="111111"/>
                </a:solidFill>
              </a:rPr>
              <a:t>请老师和同学们批评指正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709160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</a:rPr>
              <a:t>汇报人：范艺博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83480" y="491947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</a:rPr>
              <a:t>2026.9.2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2876</Words>
  <Application>WPS 演示</Application>
  <PresentationFormat>On-screen Show (16:9)</PresentationFormat>
  <Paragraphs>236</Paragraphs>
  <Slides>21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微软雅黑</vt:lpstr>
      <vt:lpstr>黑体</vt:lpstr>
      <vt:lpstr>思源黑体 Normal</vt:lpstr>
      <vt:lpstr>等线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XJU-ICIG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Spatial-Aware Conditioned Fusion for Audio-Visual Navigation</dc:title>
  <dc:creator>Fan Yibo</dc:creator>
  <dc:subject>SACF paper reading report</dc:subject>
  <cp:lastModifiedBy>-炽冬。</cp:lastModifiedBy>
  <cp:revision>21</cp:revision>
  <dcterms:created xsi:type="dcterms:W3CDTF">2026-09-28T09:53:00Z</dcterms:created>
  <dcterms:modified xsi:type="dcterms:W3CDTF">2026-09-29T09:46:16Z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DB630BD28AC044CD913D0CDACC33F021_13</vt:lpwstr>
  </property>
  <property fmtid="{D5CDD505-2E9C-101B-9397-08002B2CF9AE}" pid="3" name="KSOProductBuildVer">
    <vt:lpwstr>2052-12.1.0.24657</vt:lpwstr>
  </property>
</Properties>
</file>