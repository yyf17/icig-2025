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76" r:id="rId3"/>
    <p:sldId id="2777" r:id="rId5"/>
    <p:sldId id="2778" r:id="rId6"/>
    <p:sldId id="2779" r:id="rId7"/>
    <p:sldId id="2780" r:id="rId8"/>
    <p:sldId id="2781" r:id="rId9"/>
    <p:sldId id="2809" r:id="rId10"/>
    <p:sldId id="2782" r:id="rId11"/>
    <p:sldId id="2783" r:id="rId12"/>
    <p:sldId id="2784" r:id="rId13"/>
    <p:sldId id="2787" r:id="rId14"/>
    <p:sldId id="2788" r:id="rId15"/>
    <p:sldId id="2793" r:id="rId16"/>
    <p:sldId id="2794" r:id="rId17"/>
    <p:sldId id="2518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88980" autoAdjust="0"/>
  </p:normalViewPr>
  <p:slideViewPr>
    <p:cSldViewPr snapToGrid="0" showGuides="1">
      <p:cViewPr varScale="1">
        <p:scale>
          <a:sx n="75" d="100"/>
          <a:sy n="75" d="100"/>
        </p:scale>
        <p:origin x="950" y="43"/>
      </p:cViewPr>
      <p:guideLst>
        <p:guide orient="horz" pos="187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0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感知记忆层，高层选择层，低层选项层，执行层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Bi-interact</a:t>
            </a:r>
            <a:r>
              <a:rPr lang="zh-CN" altLang="en-US" dirty="0"/>
              <a:t>双向交互，奖励因子</a:t>
            </a:r>
            <a:r>
              <a:rPr lang="en-US" altLang="zh-CN" dirty="0"/>
              <a:t>=0</a:t>
            </a:r>
            <a:r>
              <a:rPr lang="zh-CN" altLang="en-US" dirty="0"/>
              <a:t>，正确提问无惩罚，奖励因子</a:t>
            </a:r>
            <a:r>
              <a:rPr lang="en-US" altLang="zh-CN" dirty="0"/>
              <a:t>=1</a:t>
            </a:r>
            <a:r>
              <a:rPr lang="zh-CN" altLang="en-US" dirty="0"/>
              <a:t>，固定惩罚，奖励因子</a:t>
            </a:r>
            <a:r>
              <a:rPr lang="en-US" altLang="zh-CN" dirty="0"/>
              <a:t>=0.5</a:t>
            </a:r>
            <a:r>
              <a:rPr lang="zh-CN" altLang="en-US" dirty="0"/>
              <a:t>，中等负奖励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250"/>
              </a:lnSpc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CAVEN: An Embodied Conversational Agent </a:t>
            </a:r>
            <a:r>
              <a:rPr lang="en-US" altLang="zh-CN" sz="36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forEfficient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Audio-Visual Navigation in Noisy Environments</a:t>
            </a:r>
            <a:endParaRPr lang="en-US" altLang="zh-CN" sz="3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64928" y="4661012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2026.4.30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4205" y="1239099"/>
            <a:ext cx="10244217" cy="3579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音视频导航任务中，声源的间歇性、环境噪声以及复杂 </a:t>
            </a:r>
            <a:r>
              <a:rPr lang="en-US" altLang="zh-CN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3D </a:t>
            </a: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场景，导致智能体难以精准定位目标声源，传统方法仅依赖音视频模态，鲁棒性不足。</a:t>
            </a:r>
            <a:endParaRPr lang="zh-CN" altLang="en-US" sz="2400" b="0" i="0" dirty="0">
              <a:solidFill>
                <a:srgbClr val="3F3F3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现有交互型导航模型（如 </a:t>
            </a:r>
            <a:r>
              <a:rPr lang="en-US" altLang="zh-CN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AVLEN</a:t>
            </a: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）存在局限：仅支持单向交互（智能体被动接收指令，无法主动提问），且交互形式单一，难以解决指令歧义或场景认知模糊问题。</a:t>
            </a:r>
            <a:endParaRPr lang="zh-CN" altLang="en-US" sz="2400" b="0" i="0" dirty="0">
              <a:solidFill>
                <a:srgbClr val="3F3F3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缺乏大规模音视频 </a:t>
            </a:r>
            <a:r>
              <a:rPr lang="en-US" altLang="zh-CN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400" b="0" i="0" dirty="0">
                <a:solidFill>
                  <a:srgbClr val="3F3F3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语言导航数据集，限制了双向对话式导航模型的训练与优化</a:t>
            </a:r>
            <a:endParaRPr lang="zh-CN" sz="2400" b="0" i="0" dirty="0">
              <a:solidFill>
                <a:srgbClr val="3F3F3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7928" y="1015397"/>
            <a:ext cx="11110872" cy="225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首次实现 “全双向自然语言对话” 的导航交互，突破单向求助局限，智能体可主动生成场景相关的自由形式问题，而非固定求助话术，能针对性解决导航歧义，支持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Oracle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灵活应答，且能容忍噪声反馈（如随机翻转应答或错误指令），鲁棒性更强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</a:pP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9528" y="2659515"/>
            <a:ext cx="9864063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创新 “三分支分层决策架构”，自适应平衡自主导航与人机交互，包括高层选择策略，以及三个底层分支：音频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视觉自主导航策略，指令引导策略和对话提问策略</a:t>
            </a:r>
            <a:endParaRPr lang="zh-CN" altLang="en-US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9528" y="4214556"/>
            <a:ext cx="9864063" cy="1239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新增 “轨迹预测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问题生成” 双模块，让对话落地场景导航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构建了大规模数据集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AVN-Instruct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，出新评估指标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SNI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SNO</a:t>
            </a:r>
            <a:endParaRPr lang="zh-CN" altLang="en-US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28" y="943610"/>
            <a:ext cx="7506511" cy="552835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4353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数据集和实验设置：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8165" y="1667510"/>
            <a:ext cx="11532235" cy="2886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实验平台与数据集：仿真平台：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SoundSpaces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，核心数据集：基准数据集语义音频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视觉导航数据集和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AVN-Instruct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实验设置：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、基础性能对比实验（听过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未听过声源场景）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  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、干扰声场景实验（多声源混合）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  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、噪声反馈鲁棒性实验，验证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CAVEN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Oracle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噪声反馈的容错能力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  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、消融实验，证明三类策略协同的必要性。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Architecture of CAVEN model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4111" y="4147715"/>
            <a:ext cx="891186" cy="3913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684" y="1510076"/>
            <a:ext cx="7889516" cy="457530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2870" y="1016620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1462521"/>
            <a:ext cx="11165839" cy="28791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4191289"/>
            <a:ext cx="6858000" cy="25146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059" y="4813510"/>
            <a:ext cx="5056581" cy="1468507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8814" y="1929470"/>
            <a:ext cx="10903585" cy="1806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在嘈杂、间歇性声源的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3D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导航场景中，通过 “双向自然语言对话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差异化奖励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分层决策” 的融合设计，能让智能体高效利用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Oracle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反馈，显著提升导航鲁棒性与交互效率，同时自研的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AVN-Instruct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数据集与模块化架构为音频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视觉 </a:t>
            </a:r>
            <a:r>
              <a:rPr lang="en-US" altLang="zh-CN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语言多模态导航的后续研究提供了可复用的技术方案。</a:t>
            </a:r>
            <a:endParaRPr lang="en-US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2026.4.30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PP_MARK_KEY" val="5444498b-26d2-49ff-b7f2-b5957cbeff76"/>
  <p:tag name="COMMONDATA" val="eyJoZGlkIjoiNmRhMmRmNzAzMDNhNTk5ZWFhNzA5ZWZlMzdmYWI1M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WPS 演示</Application>
  <PresentationFormat>宽屏</PresentationFormat>
  <Paragraphs>119</Paragraphs>
  <Slides>15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思源黑体 Normal</vt:lpstr>
      <vt:lpstr>黑体</vt:lpstr>
      <vt:lpstr>等线</vt:lpstr>
      <vt:lpstr>Times New Roman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王浩南</cp:lastModifiedBy>
  <cp:revision>1092</cp:revision>
  <dcterms:created xsi:type="dcterms:W3CDTF">2021-06-12T07:20:00Z</dcterms:created>
  <dcterms:modified xsi:type="dcterms:W3CDTF">2026-09-23T12:40:26Z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6F69422ABC9D407BA74A1115DBA70D26_13</vt:lpwstr>
  </property>
  <property fmtid="{D5CDD505-2E9C-101B-9397-08002B2CF9AE}" pid="3" name="KSOProductBuildVer">
    <vt:lpwstr>2052-12.1.0.26895</vt:lpwstr>
  </property>
</Properties>
</file>